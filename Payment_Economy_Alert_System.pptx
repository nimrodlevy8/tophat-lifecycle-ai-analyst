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3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Payment &amp; Economy Alert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BC585"/>
                </a:solidFill>
              </a:defRPr>
            </a:pPr>
            <a:r>
              <a:t>Proactive Revenue Protection for Monopoly GO!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Point of Contact: Nimrod Levy  |  Date: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Executive Summary: Why We Need Automated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We are currently flying blind on payment and economy health.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When issues occur — broken app versions, store outages, economy misconfigurations —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we find out hours or days later, after revenue has already been lost.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Multiple incidents went undetected for extended periods: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Feb 5: ApiError spike — 60,000 failed payments (600x increase)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Mar 1: ChanceCard misconfiguration — 4.8B extra rolls (5x normal)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Android API-29 emulator: 8K–60K daily attempts, 0% success, months undetected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Estimated revenue at risk without alerts: $1M–$5M per incident.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We propose a 39-alert system across three categories —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Operational, Revenue, and Behavioral — to catch issues within hours, not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3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Problem:</a:t>
            </a:r>
            <a:br/>
            <a:r>
              <a:t>What We're Missing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Limitations: No Systematic Payment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No real-time anomaly detection on payments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Payment health is monitored manually. When a store outage hits at 2 AM,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no one is notified until user complaints surface.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Economy changes go unnoticed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Misconfigured reward sources inject billions of excess currency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before anyone notices — devaluing purchased rolls.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No cross-dimensional visibility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Issues affecting one platform, country, or app version are invisible at aggregate.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A 0% success rate on a specific Android OS ran for months undetected.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Reactive, not proactive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By the time an issue is found manually, the damage has already compounded.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The Revenue at Stake: Real Incidents (Last 2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Every day without alerts is revenue left on the table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Feb 5 — ApiError Spike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60,000 API errors (vs. ~100 normal). Success rate: 42.6%.</a:t>
            </a: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$500K+ Estimated Revenue Impact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Feb 9–10 — PurchasingDisabled Surge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111,000 errors (vs. ~30,000 normal). Success rate: 37.6%. Two full days.</a:t>
            </a: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$2M+ Estimated Revenue Impact (2-day)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Mar 9 — Hourly Volume Cliff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Volume dropped 72% mid-peak. ARPU crashed to $14.82 (vs. $29 avg).</a:t>
            </a: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$7M+ Single-Day Revenue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Economy Impact: The Hidden Cost of Late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Payment failures are visible. Economy leaks are silent.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Mar 1 — ChanceCard Reward Misconfiguration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Quantity spiked to 5.78 billion rolls (5x normal ~1 billion).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Transaction count barely changed — each card paying 5x intended reward.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Net economy impact: +3.45 billion excess rolls injected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(sink ratio dropped to 87.6% vs. typical 97-100%)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Why this matters: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Excess free rolls devalue purchased rolls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Economy inflation takes weeks to correct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Every billion excess rolls = ~$250K–$500K in deferred revenue erosion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$1M+ Estimated Deferred Revenue Erosion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3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Solution:</a:t>
            </a:r>
            <a:br/>
            <a:r>
              <a:t>A 39-Alert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Overview: Three Pillars of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OPERATIONAL / TECHNICAL — 15 Alerts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Catch system failures in real-time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Detects infrastructure issues, store outages, app version bugs, OS-specific failures.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Catches issues like the Feb 5 ApiError spike and Android emulator traffic.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REVENUE / FINANCIAL — 12 Alerts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Protect the top line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Guards against revenue anomalies, ARPU shifts, pricing misconfigurations,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FX rate changes, VAT errors, whale revenue drops.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USER / BEHAVIORAL — 12 Alerts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Detect engagement shifts early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Tracks conversion rates, unique payer counts, country-level collapses,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language-specific degradation, and user behavior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Operational / Technical Alerts — 15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Infrastructure &amp; Store Health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Success rate drop (excl. UserCancelled) — hourly, vs. 7-day same-hour avg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ApiError spike — &gt;1,000/hour or &gt;3x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PurchasingDisabled surge — &gt;2x rolling 7-day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MalformedReceipt spike — &gt;100/day absolute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Timeout rate increase — &gt;2x trailing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Hourly volume cliff — &gt;60% hour-over-hour drop during peak (13–19 UTC)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Web/Playgami success rate drop — &lt;99%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App &amp; Device Health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OS version zero success rate — &gt;500 attempts with 0%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OS version success rate regression — &gt;20% relative drop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App version success rate gap — &gt;15pp between versions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Cross-Dimensional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Platform success rate divergence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Language-specific success rate drop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Flexion store volatility — &gt;30% drop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Revenue / Financial Alerts — 12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Revenue Volume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Daily revenue anomaly — &gt;30% below same-weekday 4-week avg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Web/Playgami revenue drop — &gt;25% below 7-day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Whale revenue drop ($100+ txns) — &gt;40% below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Currency-specific revenue drop — &gt;40% for top-10 currencies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Pricing &amp; Monetization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ARPU shift — &gt;25% deviation from 7-day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Avg transaction value shift per platform — &gt;30% change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Price tier distribution shift — any tier's share changes &gt;50%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Platform revenue mix shift — &gt;10pp change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Financial Integrity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FX rate sudden shift — &gt;3% day-over-day for top-15 currencies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VAT rate anomaly per country — &gt;2pp shift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amount_us vs. amount_us_old ratio drift — &gt;0.1pp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Store revenue share shift — &gt;10pp in any store's daily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User / Behavioral Alerts — 12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Conversion &amp; Engagement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Conversion rate drop — &gt;15% below same-weekday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Unique payer count drop — &gt;20% below expected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Transactions per payer anomaly — outside 1.3–2.0 range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Peak hour volume shift — &gt;20% below expected during 13–19 UTC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Geographic Health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Country-level success rate collapse — &gt;50% drop for top-15 countries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Country revenue disappearance — &lt;10% of average for top-10 countries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Low-success-rate language degradation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Platform &amp; Device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Store-specific user drop (Flexion) — &lt;50% of 7-day average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Android emulator/fraud detection — &gt;2x increase in 0%-success traffic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New users vs. returning payer ratio shift — &gt;25% change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Country-level FX arbitrage/pricing mismatch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Peak hour user volume shift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A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Before vs. After:</a:t>
            </a:r>
            <a:br/>
            <a:r>
              <a:t>Real Examples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Before vs. After — Feb 5 ApiError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WITHOUT ALERTS (What Actually Happened)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ApiErrors spiked from ~100/day to 60,440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Payment success rate dropped to 42.6%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No automated notification triggered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~50,000 successful payments lost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Estimated revenue impact: $500K–$1M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WITH ALERTS (What Would Have Happened)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ApiError Spike alert fires within hour 1 (&gt;1,000 threshold)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Team notified immediately, investigation begins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If resolved within 2 hours: ~90% of lost revenue recovered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Estimated savings: $450K–$900K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Before vs. After — Mar 1 Economy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WITHOUT ALERTS (What Actually Happened)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ChanceCard qty/transaction jumped from ~80 to ~405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4.8 billion extra rolls injected in one day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Sink ratio dropped to 87.6% (vs. typical 97–100%)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No alert triggered; may have persisted into subsequent days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Economy inflation reduces purchase pressure for days/weeks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WITH ALERTS (What Would Have Happened)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Avg Qty Per Transaction Anomaly flags 5x shift within first daily check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Config error identified and rolled back within hours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Excess rolls reduced from 4.8B to ~500M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Economy remains balanced, purchase pressure preserved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Estimated protected revenue: $500K–$1M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Revenue Protection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What this system is designed to protect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$2.6M–$13M Daily Revenue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A single undetected incident during a peak day can erase millions.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3B3447"/>
                </a:solidFill>
              </a:defRPr>
            </a:pPr>
            <a:r>
              <a:t>$374M Two-Month Revenue (Feb–Mar 2026)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Even protecting 1% through faster detection = $3.7M preserved per cycle.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39 Automated Alerts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Covering operational health, revenue integrity, and user behavior —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monitored continuously, alerting within hours instead of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The Scale of What We're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PAYMENTS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~900K daily transactions across Apple, Google, Playgami, Flexion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spanning 230+ countries and 25+ currencies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ECONOMY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~1.2B daily rolls transactions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56B rolls spent and 20B+ earned daily through 30+ sources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PLATFORMS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4 stores, 10+ OS versions, 3+ app versions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Each with its own success rate baseline and failure modes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GEOGRAPHIES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232 countries, 25+ languages, 25+ currencies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Each with distinct VAT rates, FX rates, and payment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Phase 1 — Critical Alerts (Week 1–2)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1. Daily revenue anomaly (&gt;30% drop)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2. ApiError spike (&gt;3x hourly average)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3. Hourly volume cliff (&gt;60% drop during peak)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4. Web/Playgami success rate drop (&lt;99%)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5. Avg quantity per transaction anomaly (economy)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Phase 2 — Revenue Protection (Week 3–4)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ARPU shifts, whale drops, FX changes, VAT anomalies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Platform and store-level revenue monitoring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Phase 3 — Full Coverage (Week 5–6)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All 39 alerts including behavioral + cross-dimensional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  • Country-level health, language segmentation, OS tracking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Delivery: Scheduled BQ jobs → Slack + Email → Looker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3447"/>
                </a:solidFill>
              </a:defRPr>
            </a:pPr>
            <a:r>
              <a:t>Analysis Maturity Status — Ongoing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Orange Hammer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What this means: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We're building confidence in the analysis. Alert definitions and thresholds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are based on 2 months of real data, but validation is still in progress.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Why is this the case: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We've analyzed daily, hourly, and dimensional patterns. We've identified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anomalies and proposed thresholds. Backtesting and threshold tuning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still need to be completed.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What can you expect from us: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Implementation of Phase 1 alerts within 2 weeks, with iterative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refinement based on false-positive rates and stakeholder feedback.</a:t>
            </a: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B3447"/>
                </a:solidFill>
              </a:defRPr>
            </a:pPr>
            <a:r>
              <a:t>Source: sys_payment and sys_gti_nodedup, build_type = 1, Feb 1 – Apr 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